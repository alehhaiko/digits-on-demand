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6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216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92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Aleh. My project is called Digits on Demand. It's a small AI model that draws handwritten digits — and it draws the digit you ask for. You say 'seven', it draws a seven. Not from memory — it draws a new seven every time, one that never existed before. Everything you'll see is in this one notebook, and I'll run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 story: rules (live code, grading logic download=B / build=more), four candidates, three rejections, professor’s in-class suggestion, diffusion = biggest final-exam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= controllable generation, not MNIST. An image vs the image. Downloaded vs built and the AI-assisted formula are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is fixed, learning lives in the denoiser, conditioning = label embedding in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slide. From the downloaded repo: only a comparison baseline, none of its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prep: closed-form forward jump via alpha-bar; no closed form for the reverse — hence iterative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Breadth. Grid committed to the repo; same file the README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Precision. Generated from the committed checkpoint with the same one-file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Control. Same order (label=7), same checkpoint; only the guidance scale differs: eps = (1+w)*cond - w*uncond.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evidence. Video attached in Classroom next to this deck; repeat path = clone, sample-only (checkpoint is committed).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Full spoken script also attached as colab_talk_en.md; Q&amp;A answers are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A2238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</a:rPr>
              <a:t>CSE/MB620 · Digits on Demand · Aleh Haiko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</a:rPr>
              <a:t>CSE/MB620 · DEEP LEARNING WITH PYTORCH · COURSE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7F8F5"/>
                </a:solidFill>
              </a:rPr>
              <a:t>Ask the model to write a digit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C8DC"/>
                </a:solidFill>
              </a:rPr>
              <a:t>Digits on Demand: a class-conditional diffusion model, built and trained from scratch on MNIST — small on purpose.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5"/>
                </a:solidFill>
              </a:rPr>
              <a:t>Aleh Haiko · October 24, 2026 · submitted in absentia: this deck carries the full talk; the attached screen recording (2:12) shows the live run.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sample(label=3) →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BFC8DC"/>
                </a:solidFill>
              </a:rPr>
              <a:t>“Hi, I'm Aleh. My project is a small AI model that draws handwritten digits — and it draws the digit you ask for. You say 'seven', it draws a seven. Not from memory: a new seven every time, one that never existed before. Everything lives in one notebook and one Python file, and the recording shows it running live.”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How I got to this idea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61518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13624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7179"/>
                </a:solidFill>
              </a:rPr>
              <a:t>LoRA fine-tune of ViT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09928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Plant-disease classifier on a downloaded 86M-param backbone. Rejected: shows adaptation, not mechanism.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19856" y="1234440"/>
            <a:ext cx="261518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621024" y="13624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7179"/>
                </a:solidFill>
              </a:rPr>
              <a:t>Char-level transformer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21024" y="1709928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Train a tiny text model on my own corpus. Rejected: not visual enough for a live demo.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234440"/>
            <a:ext cx="261518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0" y="13624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7179"/>
                </a:solidFill>
              </a:rPr>
              <a:t>U-Net segmentation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709928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Oxford-IIIT Pet with a skip-connection ablation. Rejected: heaviest training of the four.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79408" y="1234440"/>
            <a:ext cx="261518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80576" y="136245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Conditional diffusion · CHOSEN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1709928"/>
            <a:ext cx="2212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Small enough to build, train and understand end to end — and to run live without fear.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17936" cy="1371600"/>
          </a:xfrm>
          <a:prstGeom prst="roundRect">
            <a:avLst>
              <a:gd name="adj" fmla="val 5333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5"/>
                </a:solidFill>
              </a:rPr>
              <a:t>The deciding vote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639312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8DC"/>
                </a:solidFill>
              </a:rPr>
              <a:t>The professor suggested this exact demo in class: “train a toy diffusion model, ask it to write a 3.” Diffusion is also the biggest single topic on the final — and the grading logic from the lectures: download-only earns a B, building your own earns more.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“The project rules were short: the code must run — live. I looked at four ideas, and three of them lost to one question: what can I build end to end, understand completely, and run without fear? The professor had already suggested the answer in class. The choice made itself.”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One model, one narrow job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The task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09928"/>
            <a:ext cx="3163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Generate handwritten digits on request: ask for a 3, get a 3. Diffusion — the course’s 20-point model — plus class conditioning.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17136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Why small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1709928"/>
            <a:ext cx="3163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A narrow-domain model trained end to end beats a grand plan that does not run. Under a quarter-million parameters; trains on a free Colab GPU in six minutes.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91856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93024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The 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709928"/>
            <a:ext cx="3163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MNIST: 60,000 labeled digits, 28 × 28 grayscale. Labels come free — they become the condition, not a classification target.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917936" cy="1325880"/>
          </a:xfrm>
          <a:prstGeom prst="roundRect">
            <a:avLst>
              <a:gd name="adj" fmla="val 5517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8F5"/>
                </a:solidFill>
              </a:rPr>
              <a:t>Downloaded vs built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65760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C8DC"/>
                </a:solidFill>
              </a:rPr>
              <a:t>Downloaded: the dataset and a reference repo for comparison (TeaPearce/Conditional_Diffusion_MNIST). Built: AI-assisted code — read, verified, and edited by me; every design decision is mine to defend.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“Plain diffusion generates an image; I needed the image you asked for — control, not just generation. That's the same problem Stable Diffusion solves with text prompts, scaled down to ten digit classes so one person can own the whole thing.”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</a:rPr>
              <a:t>Forward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</a:rPr>
              <a:t>Reverse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</a:rPr>
              <a:t>Condition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7744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238"/>
                </a:solidFill>
              </a:rPr>
              <a:t>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10128" y="1545336"/>
            <a:ext cx="457200" cy="246888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123444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D8DCE4"/>
          </a:solidFill>
          <a:ln w="19050">
            <a:solidFill>
              <a:srgbClr val="9AA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4048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179"/>
                </a:solidFill>
              </a:rPr>
              <a:t>3·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73168" y="1545336"/>
            <a:ext cx="457200" cy="246888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03520" y="123444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B9C0CE"/>
          </a:solidFill>
          <a:ln w="19050">
            <a:solidFill>
              <a:srgbClr val="9AA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0352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A7179"/>
                </a:solidFill>
              </a:rPr>
              <a:t>···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6208" y="1545336"/>
            <a:ext cx="457200" cy="246888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8A93A8"/>
          </a:solidFill>
          <a:ln w="19050">
            <a:solidFill>
              <a:srgbClr val="6A71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7665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5"/>
                </a:solidFill>
              </a:rPr>
              <a:t>noise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1234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Add noise for T = 400 steps by a fixed schedule. No training here — the data labels itself.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77440" y="251460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8A93A8"/>
          </a:solidFill>
          <a:ln w="19050">
            <a:solidFill>
              <a:srgbClr val="6A71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37744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5"/>
                </a:solidFill>
              </a:rPr>
              <a:t>noise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0128" y="2825496"/>
            <a:ext cx="457200" cy="246888"/>
          </a:xfrm>
          <a:prstGeom prst="rightArrow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0" y="251460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840480" y="2514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5"/>
                </a:solidFill>
              </a:rPr>
              <a:t>denoiser
</a:t>
            </a:r>
            <a:r>
              <a:rPr lang="en-US" sz="105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predicts noise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41848" y="2825496"/>
            <a:ext cx="457200" cy="246888"/>
          </a:xfrm>
          <a:prstGeom prst="rightArrow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72200" y="2514600"/>
            <a:ext cx="868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17220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238"/>
                </a:solidFill>
              </a:rPr>
              <a:t>3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25146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The network’s only job: estimate the noise at step t, so it can be subtracted — step by step, 400 times.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The digit label rides into every denoising step as an embedding — the same move that lets Stable Diffusion follow a text prompt, at 1/1000 the size.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“In plain words: think of milk stirred into coffee — easy to mix, impossible to un-mix. Mixing here is adding noise to a picture until only static is left; that part is fixed. The network learns the way back — and at every cleaning step the label rides along, like a passenger telling the driver where to go. That's conditioning.”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What I built on top of the baseline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13624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</a:rPr>
              <a:t>1 · Own denoiser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09928"/>
            <a:ext cx="49926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A compact U-Net written from the course material — downsampling, bottleneck, horizontal skip connections. 228,897 parameters.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63056" y="12344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364224" y="136245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</a:rPr>
              <a:t>2 · Class conditioning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364224" y="1709928"/>
            <a:ext cx="49926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nn.Embedding(10, d) for the digit label plus a sinusoidal timestep embedding, both injected into every U-Net stage.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41248" y="328269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</a:rPr>
              <a:t>3 · Guidance knob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630168"/>
            <a:ext cx="49926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Classifier-free guidance: labels are dropped 10% of the time in training; one slider at sampling trades variety for legibility.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31546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64224" y="3282696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238"/>
                </a:solidFill>
              </a:rPr>
              <a:t>4 · Measured, not estimated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3630168"/>
            <a:ext cx="499262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Every number in this deck comes from the real run committed to the repo: training time, loss endpoints, sampling speed. No borrowed figures.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“Four pieces: my own compact U-Net denoiser; the conditioning — a label embedding plus a timestep embedding, injected into every stage; classifier-free guidance, which buys me one knob at sampling; and honest numbers — everything here is measured on the real run, nothing borrowed.”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Training: one line of loss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randint(0, T, (batch,))
x_t, noise = forward(x0, t)
</a:t>
            </a:r>
            <a:r>
              <a:rPr lang="en-US" sz="1300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mse(model(x_t, t, label), noise)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Random timestep per image — the model sees every corruption level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The noisy input comes from a closed-form jump, not a 400-step loop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Adam, lr 1e-3, batch 256, 30 epochs on a free Colab T4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234440"/>
            <a:ext cx="4617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49440" y="1463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179"/>
                </a:solidFill>
              </a:rPr>
              <a:t>loss, measured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828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572E"/>
                </a:solidFill>
              </a:rPr>
              <a:t>1.105 → 0.040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788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</a:rPr>
              <a:t>30 epochs · 348 seconds · T4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3931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179"/>
                </a:solidFill>
              </a:rPr>
              <a:t>The start is no accident: predicting unit Gaussian noise blindly costs exactly 1.0 of MSE — everything below is learned signal.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“Training is three lines: random timestep per image, noise it with the closed-form jump, mean squared error between predicted and true noise. The loss starts at exactly one — that's what blind guessing of unit noise costs — and landed at 0.040. Three hundred forty-eight seconds on a free Colab T4.”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Results 1 of 3 — breadth: every class on request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52728" y="1234440"/>
            <a:ext cx="96926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mb620/narrated/repo/samples_mn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417320"/>
            <a:ext cx="9144000" cy="21305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52728" y="39136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179"/>
                </a:solidFill>
              </a:rPr>
              <a:t>samples_mnist.png, committed to the repo · generated right after training · every column is a requested class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434340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4343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10 / 10 classes render legibly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434340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389120" y="4343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2 samples per class, no cherry-picking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434340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138160" y="4343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572E"/>
                </a:solidFill>
              </a:rPr>
              <a:t>0.23M parameters end to end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“The model's own final exam: the moment training ends, the script asks it to draw two of every digit, zero through nine. Every column is a requested class — ordering works across the board.”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Results 2 of 3 — precision: one class, ten takes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1793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mb620/narrated/repo/demo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10369296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154680"/>
            <a:ext cx="10917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179"/>
                </a:solidFill>
              </a:rPr>
              <a:t>sample(label=7) × 10 · default guidance · ≈ 5 s on the T4, ≈ 20 s on CPU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3886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</a:rPr>
              <a:t>Ten different sevens — different slant, thickness, handwriting — because each one starts from its own random noise. None of them exists in MNIST.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“One class, ten takes. They're all different — slant, thickness, handwriting — because each one started from its own random static. The model didn't memorize a seven; it learned what seven-ness looks like.”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Results 3 of 3 — control: the guidance knob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guidance = 0 · variety (some barely readable)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179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mb620/narrated/repo/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09928"/>
            <a:ext cx="10369296" cy="12070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246120"/>
            <a:ext cx="10917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572E"/>
                </a:solidFill>
              </a:rPr>
              <a:t>guidance = 4 · legibility (textbook sevens, less variety)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3566160"/>
            <a:ext cx="109179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mb620/narrated/repo/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67328"/>
            <a:ext cx="10369296" cy="12070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349240"/>
            <a:ext cx="109179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868680" y="5440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5678424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</a:rPr>
              <a:t>“In training I sometimes hid the label, so the model learned two skills: drawing what you ordered, and drawing something. Mixing them at sampling is the knob: zero — freedom; four — discipline. Variety versus legibility, the same trade-off Stable Diffusion exposes to its users.”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</a:rPr>
              <a:t>THE LIVE RUN, RECORDED</a:t>
            </a:r>
            <a:endParaRPr lang="en-US" sz="1300" dirty="0"/>
          </a:p>
        </p:txBody>
      </p:sp>
      <p:pic>
        <p:nvPicPr>
          <p:cNvPr id="3" name="Image 0" descr="/mnt/user-data/uploads/cse_mb620_deep_learning_with_pytorch/assignments/project/_tmp_frames/video_frame_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6492240" cy="38953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88746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5"/>
                </a:solidFill>
              </a:rPr>
              <a:t>Frame from the attached recording: the requested 4, generated and displayed in Colab.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498080" y="1051560"/>
            <a:ext cx="3977640" cy="3895344"/>
          </a:xfrm>
          <a:prstGeom prst="roundRect">
            <a:avLst>
              <a:gd name="adj" fmla="val 1878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26680" y="1234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Recording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7F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2026-10-24 at 13.02.24.mov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01168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4572E"/>
                </a:solidFill>
              </a:rPr>
              <a:t>2:12 · what it shows: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C8DC"/>
                </a:solidFill>
              </a:rPr>
              <a:t>• label edited live to the requested 4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C8DC"/>
                </a:solidFill>
              </a:rPr>
              <a:t>• ten fours generated ≈ 20 s (CPU)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C8DC"/>
                </a:solidFill>
              </a:rPr>
              <a:t>• guidance 0 vs 4, same order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FC8DC"/>
                </a:solidFill>
              </a:rPr>
              <a:t>• full repeat path: clone → sample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9776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5"/>
                </a:solidFill>
              </a:rPr>
              <a:t>CPU, not GPU: the free quota was spent training the model twice that morning — the 6-minute GPU training log is saved in the notebook.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BFC8DC"/>
                </a:solidFill>
              </a:rPr>
              <a:t>“This recording is the live part of the talk. A digit is requested — a four — I type it into the command, and the model draws ten new fours from pure noise. It runs on CPU here, about twenty seconds a batch instead of five: I burned through my free GPU quota training the model twice that morning. The run is fully repeatable from a fresh clone.”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238"/>
                </a:solidFill>
              </a:rPr>
              <a:t>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41248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What worked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709928"/>
            <a:ext cx="316382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The whole diffusion recipe fits in one notebook: fixed forward process, noise-predicting U-Net, iterative sampling. Conditioning is one embedding away.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17136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Measured results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1709928"/>
            <a:ext cx="316382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Loss 1.105 → 0.040 in 348 seconds; all ten classes render on request; 228,897 parameters end to 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91856" y="12344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93024" y="136245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572E"/>
                </a:solidFill>
              </a:rPr>
              <a:t>Next step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1709928"/>
            <a:ext cx="316382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Swap the U-Net denoiser for a small transformer — the DiT move from class — and compare at equal parameter count.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917936" cy="1188720"/>
          </a:xfrm>
          <a:prstGeom prst="roundRect">
            <a:avLst>
              <a:gd name="adj" fmla="val 6154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657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7F8F5"/>
                </a:solidFill>
              </a:rPr>
              <a:t>Code, checkpoint and samples:  </a:t>
            </a:r>
            <a:r>
              <a:rPr lang="en-US" sz="1500" dirty="0">
                <a:solidFill>
                  <a:srgbClr val="E4572E"/>
                </a:solidFill>
              </a:rPr>
              <a:t>github.com/AlehHaiko/digits-on-demand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36576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FC8DC"/>
                </a:solidFill>
              </a:rPr>
              <a:t>Thank you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38928"/>
            <a:ext cx="10917936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5248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4572E"/>
                </a:solidFill>
              </a:rPr>
              <a:t>WHAT I WOULD SAY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86400"/>
            <a:ext cx="10469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</a:rPr>
              <a:t>“The whole recipe of modern image generators — noise it, learn to un-noise it, steer it with a label — fits in one file and trains on a free GPU in six minutes. Making it draw what you ask took exactly one extra ingredient: an embedding for the label. Thank you.”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s on Demand — narrated">
  <a:themeElements>
    <a:clrScheme name="Digits on Demand — narrated">
      <a:dk1>
        <a:srgbClr val="1A2238"/>
      </a:dk1>
      <a:lt1>
        <a:srgbClr val="FFFFFF"/>
      </a:lt1>
      <a:dk2>
        <a:srgbClr val="171E33"/>
      </a:dk2>
      <a:lt2>
        <a:srgbClr val="F7F8F5"/>
      </a:lt2>
      <a:accent1>
        <a:srgbClr val="E4572E"/>
      </a:accent1>
      <a:accent2>
        <a:srgbClr val="4A5568"/>
      </a:accent2>
      <a:accent3>
        <a:srgbClr val="BFC8DC"/>
      </a:accent3>
      <a:accent4>
        <a:srgbClr val="6A7179"/>
      </a:accent4>
      <a:accent5>
        <a:srgbClr val="9AA3B5"/>
      </a:accent5>
      <a:accent6>
        <a:srgbClr val="E0E3DD"/>
      </a:accent6>
      <a:hlink>
        <a:srgbClr val="E4572E"/>
      </a:hlink>
      <a:folHlink>
        <a:srgbClr val="E4572E"/>
      </a:folHlink>
    </a:clrScheme>
    <a:fontScheme name="Digits on Demand — narrate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2013</Words>
  <Application>Microsoft Macintosh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Digits on Demand — narrated</vt:lpstr>
      <vt:lpstr>PowerPoint Presentation</vt:lpstr>
      <vt:lpstr>How I got to this idea</vt:lpstr>
      <vt:lpstr>One model, one narrow job</vt:lpstr>
      <vt:lpstr>How it works</vt:lpstr>
      <vt:lpstr>What I built on top of the baseline</vt:lpstr>
      <vt:lpstr>Training: one line of loss</vt:lpstr>
      <vt:lpstr>Results 1 of 3 — breadth: every class on request</vt:lpstr>
      <vt:lpstr>Results 2 of 3 — precision: one class, ten takes</vt:lpstr>
      <vt:lpstr>Results 3 of 3 — control: the guidance knob</vt:lpstr>
      <vt:lpstr>PowerPoint Presentation</vt:lpstr>
      <vt:lpstr>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Aleh Haiko</cp:lastModifiedBy>
  <cp:revision>2</cp:revision>
  <dcterms:created xsi:type="dcterms:W3CDTF">2026-10-24T20:16:45Z</dcterms:created>
  <dcterms:modified xsi:type="dcterms:W3CDTF">2026-10-24T20:26:54Z</dcterms:modified>
</cp:coreProperties>
</file>